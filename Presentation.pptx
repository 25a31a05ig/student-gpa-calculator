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GPA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 Programming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GPA stands for Grade Point Average</a:t>
            </a:r>
          </a:p>
          <a:p>
            <a:r>
              <a:t>• It measures student academic performance</a:t>
            </a:r>
          </a:p>
          <a:p>
            <a:r>
              <a:t>• This project calculates GPA using marks and credit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develop a C program to calculate GPA</a:t>
            </a:r>
          </a:p>
          <a:p>
            <a:r>
              <a:t>• To understand loops and conditional statements</a:t>
            </a:r>
          </a:p>
          <a:p>
            <a:r>
              <a:t>• To apply weighted average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Take number of subjects as input</a:t>
            </a:r>
          </a:p>
          <a:p>
            <a:r>
              <a:t>• Take marks and credit hours for each subject</a:t>
            </a:r>
          </a:p>
          <a:p>
            <a:r>
              <a:t>• Calculate GPA based on grade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 Language: C</a:t>
            </a:r>
          </a:p>
          <a:p>
            <a:r>
              <a:t>• Concepts Used: Loops, Conditionals, Variables</a:t>
            </a:r>
          </a:p>
          <a:p>
            <a:r>
              <a:t>• Formula: Weighted Average Method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GPA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GPA = (Sum of (Grade Point × Credit Hours)) / (Total Credit Hours)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 number of subjects</a:t>
            </a:r>
          </a:p>
          <a:p>
            <a:r>
              <a:t>2. Input marks and credit hours</a:t>
            </a:r>
          </a:p>
          <a:p>
            <a:r>
              <a:t>3. Convert marks to grade points</a:t>
            </a:r>
          </a:p>
          <a:p>
            <a:r>
              <a:t>4. Calculate weighted sum</a:t>
            </a:r>
          </a:p>
          <a:p>
            <a:r>
              <a:t>5. Divide by total credit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&amp; 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Complexity: O(n)</a:t>
            </a:r>
          </a:p>
          <a:p>
            <a:r>
              <a:t>• Space Complexity: O(1)</a:t>
            </a:r>
          </a:p>
          <a:p>
            <a:r>
              <a:t>• n = number of subjects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number of subjects: 3</a:t>
            </a:r>
          </a:p>
          <a:p>
            <a:r>
              <a:t>Enter marks and credits...</a:t>
            </a:r>
          </a:p>
          <a:p>
            <a:r>
              <a:t>Calculated GPA: 8.75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calculates GPA</a:t>
            </a:r>
          </a:p>
          <a:p>
            <a:r>
              <a:t>• Demonstrates basic C programming concepts</a:t>
            </a:r>
          </a:p>
          <a:p>
            <a:r>
              <a:t>• Useful academic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